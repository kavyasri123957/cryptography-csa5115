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75" r:id="rId4"/>
    <p:sldId id="292" r:id="rId5"/>
    <p:sldId id="258" r:id="rId6"/>
    <p:sldId id="291" r:id="rId7"/>
    <p:sldId id="276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67EC44-33B8-411B-838F-CC63C2F2A03B}" v="8" dt="2026-07-22T07:01:25.8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0DCF8-FC94-4270-B69D-B8FED625C3D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40DD4-4954-4011-B22B-3B4033FBDDD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40DD4-4954-4011-B22B-3B4033FBDDD4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BB84D-6DE9-9D95-BEF4-53A1AC60D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7E63E8-D2B9-573C-263A-19290C899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419A68-7077-DA20-D751-272529CFA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D8E2E-04A8-1587-6ECF-B3605B2C9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40DD4-4954-4011-B22B-3B4033FBDDD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49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40DD4-4954-4011-B22B-3B4033FBDDD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735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789CC-4A34-4BED-C606-E5EE49A44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4B67E-BE54-BAFA-E747-BE1977589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FCBC6F-A8D3-7C26-A289-9B666B7F1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29C5D-59D6-CE60-4B9A-B7E5BD8BA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40DD4-4954-4011-B22B-3B4033FBDDD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481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8270" y="1560365"/>
            <a:ext cx="10363200" cy="1470025"/>
          </a:xfrm>
        </p:spPr>
        <p:txBody>
          <a:bodyPr>
            <a:normAutofit/>
          </a:bodyPr>
          <a:lstStyle/>
          <a:p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Cryptograpy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Stegnography</a:t>
            </a:r>
            <a:endParaRPr lang="en-US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7665" y="4886325"/>
            <a:ext cx="3696335" cy="1469390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Presented by</a:t>
            </a:r>
          </a:p>
          <a:p>
            <a:pPr algn="l">
              <a:buFont typeface="Arial" panose="020B0604020202020204" pitchFamily="34" charset="0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N.S.V.L.Kavya-192373036</a:t>
            </a:r>
          </a:p>
          <a:p>
            <a:pPr algn="l">
              <a:buFont typeface="Arial" panose="020B0604020202020204" pitchFamily="34" charset="0"/>
            </a:pP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55775" y="3302000"/>
            <a:ext cx="1043622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</a:t>
            </a:r>
            <a:r>
              <a:rPr lang="en-US" altLang="en-IN" sz="25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5115-</a:t>
            </a:r>
            <a:r>
              <a:rPr lang="en-US" altLang="en-US" sz="25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</a:t>
            </a:r>
            <a:r>
              <a:rPr lang="en-US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NETWORK SECURITY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15159" y="250960"/>
            <a:ext cx="10342304" cy="10376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1795" y="4889500"/>
            <a:ext cx="290068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Guided by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DR.T.Sangeetha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1558"/>
            <a:ext cx="109728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9697" y="47067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334770" y="1871980"/>
            <a:ext cx="9508490" cy="4281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is important in today's digital world.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the internet for banking, shopping, emails, and social media.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Personal information must be protected from unauthorized users.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Two popular security techniques are: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protect information but work in different ways.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950" y="409331"/>
            <a:ext cx="10972800" cy="11430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69248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380490" y="1892414"/>
            <a:ext cx="8700135" cy="42081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readable data into unreadable data.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encryption and a secret key.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confidential information.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authorized users can read the original message.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HELLO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KHOOR (Caesar Cipher)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CFF87-A030-449D-2090-1C12760C7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52703-5C1B-8D9F-EE68-315B0D877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950" y="409331"/>
            <a:ext cx="10972800" cy="11430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4A365E-E385-64AF-A671-7001C7152C7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69248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F25F69-D181-ADF1-5ED6-766F7213495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ECA7820-6006-7C40-BC7F-E13A762A5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490" y="1892414"/>
            <a:ext cx="8700135" cy="42081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Hides a secret message inside another file.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an image, audio, video, or text file as a cover.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information by hiding its existence.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authorized users can extract and read the hidden message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 Message: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Your password is 12345.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 Image: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Nature.jpg</a:t>
            </a: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Stego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Nature.jpg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the hidden message but looks like a normal image)</a:t>
            </a:r>
          </a:p>
        </p:txBody>
      </p:sp>
    </p:spTree>
    <p:extLst>
      <p:ext uri="{BB962C8B-B14F-4D97-AF65-F5344CB8AC3E}">
        <p14:creationId xmlns:p14="http://schemas.microsoft.com/office/powerpoint/2010/main" val="2037436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1510"/>
            <a:ext cx="10972800" cy="1143000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408555"/>
            <a:ext cx="5253990" cy="38493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Cryptography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confidential information.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unauthorized access.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communication.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data safe during transmission. </a:t>
            </a: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5"/>
          <p:cNvSpPr txBox="1"/>
          <p:nvPr/>
        </p:nvSpPr>
        <p:spPr>
          <a:xfrm>
            <a:off x="6096000" y="2225675"/>
            <a:ext cx="5271770" cy="368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Hides the existence of the secret message.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file look normal.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extra layer of security.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for attackers to detect.</a:t>
            </a:r>
          </a:p>
          <a:p>
            <a:pPr marL="0" indent="269875" algn="just">
              <a:lnSpc>
                <a:spcPct val="120000"/>
              </a:lnSpc>
              <a:spcBef>
                <a:spcPts val="600"/>
              </a:spcBef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3419B-0AFB-B28B-34A8-D4A90CB48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C605-7D4B-AFA3-E243-9BCD2C56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91510"/>
            <a:ext cx="10972800" cy="1143000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952D1-DC93-BBD8-AAB2-B587A78C6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408555"/>
            <a:ext cx="5253990" cy="38493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Cryptography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message is visible to others.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encryption and decryption keys.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management can be difficult.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and decryption take extra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1514A9-E621-3F7C-9E6C-3F9955357B8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A9D77E-3DAD-B3D6-2947-4C6355909AE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6D5EA656-3264-21A3-0478-955F7435BA1F}"/>
              </a:ext>
            </a:extLst>
          </p:cNvPr>
          <p:cNvSpPr txBox="1"/>
          <p:nvPr/>
        </p:nvSpPr>
        <p:spPr>
          <a:xfrm>
            <a:off x="6096000" y="2225675"/>
            <a:ext cx="5271770" cy="37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 limited amount of data can be hidden.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changes can damage the hidden message.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special software to hide and extract data.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298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0" y="351790"/>
            <a:ext cx="11188065" cy="1261110"/>
          </a:xfrm>
        </p:spPr>
        <p:txBody>
          <a:bodyPr>
            <a:normAutofit/>
          </a:bodyPr>
          <a:lstStyle/>
          <a:p>
            <a:pPr indent="269875">
              <a:lnSpc>
                <a:spcPct val="120000"/>
              </a:lnSpc>
              <a:spcBef>
                <a:spcPts val="600"/>
              </a:spcBef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28" y="2232740"/>
            <a:ext cx="12034344" cy="4525709"/>
          </a:xfrm>
        </p:spPr>
        <p:txBody>
          <a:bodyPr>
            <a:noAutofit/>
          </a:bodyPr>
          <a:lstStyle/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05805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05805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949960" y="1884045"/>
            <a:ext cx="10086975" cy="46221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8128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and Steganography are important techniques for protecting digital information.</a:t>
            </a:r>
          </a:p>
          <a:p>
            <a:pPr marL="8128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secures data by converting it into unreadable text.</a:t>
            </a:r>
          </a:p>
          <a:p>
            <a:pPr marL="8128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secures data by hiding the message inside another file.</a:t>
            </a:r>
          </a:p>
          <a:p>
            <a:pPr marL="8128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Both techniques improve data security in different ways. </a:t>
            </a:r>
          </a:p>
          <a:p>
            <a:pPr marL="8128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both together provides stronger protection and better privacy.</a:t>
            </a:r>
          </a:p>
          <a:p>
            <a:pPr marL="8128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methods are widely used in banking, secure communication, military, and digital security.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23795"/>
            <a:ext cx="10972800" cy="183642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383</Words>
  <Application>Microsoft Office PowerPoint</Application>
  <PresentationFormat>Widescreen</PresentationFormat>
  <Paragraphs>66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Times New Roman</vt:lpstr>
      <vt:lpstr>Wingdings</vt:lpstr>
      <vt:lpstr>Office Theme</vt:lpstr>
      <vt:lpstr>Cryptograpy vs Stegnography</vt:lpstr>
      <vt:lpstr>Introduction</vt:lpstr>
      <vt:lpstr>Cryptography</vt:lpstr>
      <vt:lpstr>Steganography</vt:lpstr>
      <vt:lpstr>Advantages </vt:lpstr>
      <vt:lpstr>Disadvantages 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dc:description>generated using python-pptx</dc:description>
  <cp:lastModifiedBy>KAVYA NISSANKI</cp:lastModifiedBy>
  <cp:revision>39</cp:revision>
  <dcterms:created xsi:type="dcterms:W3CDTF">2013-01-27T09:14:00Z</dcterms:created>
  <dcterms:modified xsi:type="dcterms:W3CDTF">2026-07-31T09:24:02Z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CD8A4E64211E42AD8525B66C7F7CFA89_13</vt:lpwstr>
  </property>
</Properties>
</file>