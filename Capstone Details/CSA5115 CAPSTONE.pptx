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95" r:id="rId5"/>
    <p:sldId id="296" r:id="rId6"/>
    <p:sldId id="297" r:id="rId7"/>
    <p:sldId id="298" r:id="rId8"/>
    <p:sldId id="275" r:id="rId9"/>
    <p:sldId id="292" r:id="rId11"/>
    <p:sldId id="293" r:id="rId12"/>
    <p:sldId id="294" r:id="rId13"/>
    <p:sldId id="291" r:id="rId14"/>
    <p:sldId id="299" r:id="rId15"/>
    <p:sldId id="300" r:id="rId16"/>
    <p:sldId id="301" r:id="rId17"/>
    <p:sldId id="302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0DCF8-FC94-4270-B69D-B8FED625C3DF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40DD4-4954-4011-B22B-3B4033FBDDD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8270" y="1560365"/>
            <a:ext cx="10363200" cy="147002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Password Manager with Multi-Factor Authentication</a:t>
            </a: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61128" y="4180840"/>
            <a:ext cx="3696335" cy="146939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Presented by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N.S.V.L.Kavya-192373036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Tejaswi Reddy -  192371036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</a:pP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K.Lahari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Reddy-192411164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</a:pP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P.Pragna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-192321061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</a:pP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5775" y="3302000"/>
            <a:ext cx="1043622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</a:t>
            </a:r>
            <a:r>
              <a:rPr lang="en-US" altLang="en-IN" sz="2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5115-</a:t>
            </a:r>
            <a:r>
              <a:rPr lang="en-US" altLang="en-US" sz="2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</a:t>
            </a:r>
            <a:r>
              <a:rPr lang="en-US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NETWORK SECURITY</a:t>
            </a:r>
            <a:endParaRPr lang="en-US" altLang="en-US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15159" y="250960"/>
            <a:ext cx="10342304" cy="10376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1795" y="4889500"/>
            <a:ext cx="290068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Guided by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DR.T.Sangeetha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1558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697" y="47067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334770" y="1871980"/>
            <a:ext cx="9508490" cy="4281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Password Manager with Multi-Factor Authentication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 application that enables users to securely store, manage, and retrieve their passwords. The system protects passwords using encryption and enhances security through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One-Time Password (OTP)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during login. It also maintains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logs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track user activities. This project provides a secure, reliable, and user-friendly solution for protecting sensitive credentials and improving cybersecurity.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64665"/>
            <a:ext cx="10972800" cy="4361815"/>
          </a:xfrm>
        </p:spPr>
        <p:txBody>
          <a:bodyPr>
            <a:noAutofit/>
          </a:bodyPr>
          <a:p>
            <a:pPr>
              <a:buFont typeface="Arial" panose="020B0604020202020204" pitchFamily="34" charset="0"/>
              <a:buChar char="•"/>
            </a:pPr>
            <a:r>
              <a:rPr lang="en-IN" altLang="en-US" sz="1900"/>
              <a:t>T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Allow trusted emergency contacts to request access to the vault after a designated timeout period if the primary user loses access.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Enable users to share specific passwords securely with family members or team members via end-to-end encryption without exposing the plaintext.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Provide browser extension or mobile app support to automatically fill usernames and login forms securely on verified websites.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the master password and encryption keys never leave the user's local device, meaning the service provider cannot read the user's stored passwords even if the server is breached.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907" y="257252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211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4531995" y="633095"/>
            <a:ext cx="2761615" cy="5918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OBJECTIVES</a:t>
            </a:r>
            <a:endParaRPr lang="en-IN" altLang="en-US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Weak &amp; Reused Passwords: Users often rely on simple, memorable passwords or reuse the same credentials across multiple websites, leaving them vulnerable to mass breaches.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Credential Theft &amp; Phishing: Cybercriminals exploit weak security practices through brute-force attacks, phishing, and credential stuffing to steal plaintext user accounts.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Insecure Storage Risks: Storing passwords in plaintext or using weak encryption leaves database compromises exposed to immediate data exfiltration.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Single-Factor Vulnerabilities: Traditional single-factor authentication (username and password only) fails to provide adequate protection if primary credentials are leaked.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Lack of Activity Visibility: Systems without comprehensive audit logging and session tracking make it difficult to detect, investigate, or prevent unauthorized account access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907" y="257252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211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4029710" y="678815"/>
            <a:ext cx="37452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1"/>
            </p:custDataLst>
          </p:nvPr>
        </p:nvGraphicFramePr>
        <p:xfrm>
          <a:off x="350520" y="1600200"/>
          <a:ext cx="11216640" cy="4926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  <a:gridCol w="2804160"/>
              </a:tblGrid>
              <a:tr h="78168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Title</a:t>
                      </a:r>
                      <a:endParaRPr sz="2000"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Author &amp; Year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Methodology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Inferences</a:t>
                      </a:r>
                      <a:endParaRPr lang="en-US" altLang="en-US"/>
                    </a:p>
                  </a:txBody>
                  <a:tcPr/>
                </a:tc>
              </a:tr>
              <a:tr h="14630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Security Evaluation of Password Managers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Gallus et al. (2025)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Evaluated 10 password managers using penetration testing and security protocol assessments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Tools with strict zero-knowledge encryption, MFA, and strong hashing offer high resilience against breaches.</a:t>
                      </a:r>
                      <a:endParaRPr lang="en-US" altLang="en-US"/>
                    </a:p>
                  </a:txBody>
                  <a:tcPr/>
                </a:tc>
              </a:tr>
              <a:tr h="14630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Zero Knowledge (About) Encryption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Scarlata et al. (2026)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Performed cryptographic analysis on cloud password managers under a malicious server threat model.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Flaws in key management can expose vaults, proving zero-knowledge requires rigorous authenticated encryption.</a:t>
                      </a:r>
                      <a:endParaRPr lang="en-US" altLang="en-US"/>
                    </a:p>
                  </a:txBody>
                  <a:tcPr/>
                </a:tc>
              </a:tr>
              <a:tr h="1219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SecretCentric Hardware-Based Management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Nair &amp; Song (2023)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Developed and tested an automated, hardware-assisted credential system with user studies.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Automating generation and rotation successfully tackles human error (reuse) without hurting usability.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907" y="257252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211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907" y="257252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211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1142365" y="2013585"/>
            <a:ext cx="10051415" cy="422211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048000" y="537210"/>
            <a:ext cx="6096000" cy="788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SYSTEM  ARCHITECURE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409331"/>
            <a:ext cx="10972800" cy="1143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Registration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6924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75005" y="1965960"/>
            <a:ext cx="10814685" cy="44227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Account: Assign a unique ID, set an account status, and log registration metadata.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Info: Check syntax, sanitize input to block attacks, and verify uniqueness.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Securely: Use cryptographic password hashing, encrypt data in transit and at rest, and restrict access.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 Passwords: Require strong complexity, check against breached password databases, and block weak patterns.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409331"/>
            <a:ext cx="10972800" cy="1143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Password Encryption &amp; Storage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6924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33400" y="1754505"/>
            <a:ext cx="10956290" cy="449834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Credentials: Link usernames and passwords to their specific website domains in a centralized vault.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First: Secure passwords using robust algorithms (like AES-256) before they reach the database.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Securely: Persist only the encrypted ciphertext while keeping encryption keys completely separate.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Unauthorized Access: Protect the vault using strict multi-factor authentication, strong master passwords, and automatic timeouts.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409331"/>
            <a:ext cx="10972800" cy="1143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OTP / Multi-Factor Authentication (MFA)</a:t>
            </a:r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6924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16890" y="1742440"/>
            <a:ext cx="11012170" cy="456184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OTP: Create a unique, short-lived code (via authenticator apps or SMS) that expires quickly.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OTP: Validate the entered code, enforce single-use to block replay attacks, and apply rate limiting.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Security: Add Multi-Factor Authentication by combining a password with something the user owns.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Access: Stop unauthorized account takeovers and credential stuffing, even if passwords are leaked.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409331"/>
            <a:ext cx="10972800" cy="1143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Password Retrieval &amp; Audit Logs</a:t>
            </a:r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6924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753745" y="1761490"/>
            <a:ext cx="10785475" cy="46558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Passwords: Decrypt vault records using the user's authenticated session, enforcing strict data isolation.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Securely: Mask passwords by default, auto-clear clipboards, and protect the UI from unauthorized viewing or screen recording.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Login History: Log metadata like IP addresses, timestamps, and device types to track activity and spot anomalies.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Vault Changes: Maintain an audit trail of all password additions, updates, and deletions for security and recovery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1510"/>
            <a:ext cx="109728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08555"/>
            <a:ext cx="5253990" cy="38493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1574800" y="2225675"/>
            <a:ext cx="979297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develop the core application logic.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build the backend and handle user authentication, OTP verification, and business logic.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design and develop the user interface.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store user accounts and encrypted passwords securely.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(VS Code)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write, edit, and debug the project code.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 Encryption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encrypt passwords before storing them in the database.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– Used for version control and project management.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CONCLUSION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980"/>
          </a:xfrm>
        </p:spPr>
        <p:txBody>
          <a:bodyPr>
            <a:normAutofit fontScale="90000"/>
          </a:bodyPr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of a Secure Password Manager with Multi-Factor Authentication addresses critical modern cybersecurity vulnerabilities by replacing unsafe user habits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such as password reuse and weak patterns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with a robust, end-to-end protected system.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Ultimately, this system delivers an optimal balance between maximum cryptographic security and seamless user experience, establishing a reliable framework for safely managing digital identities in an increasingly threat-prone digital landscape.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Maintains immutable activity and session logs that track login metadata and vault modifications, providing accountability, anomaly detection, and rapid troubleshooting capabilities.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Future Scope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&amp; Face Unlock: Add support for biometrics (like Touch ID or Face ID) so users can open their vault quickly and securely.</a:t>
            </a: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Passkey Login: Move toward passwordless login using modern digital keys to completely stop phishing attacks.</a:t>
            </a: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Safe Sharing: Allow users to share specific passwords securely with family or friends without revealing the actual password.</a:t>
            </a: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Auto-Update Passwords: Build features that automatically change weak or hacked passwords on websites for the user.</a:t>
            </a: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Smart Security Alerts: Use smart detection to catch weird login locations and block suspicious activity instantly.</a:t>
            </a: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306" y="274811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447" y="257031"/>
            <a:ext cx="1135117" cy="13428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OUTPUT</a:t>
            </a:r>
            <a:endParaRPr lang="en-IN" alt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3100" y="1600200"/>
            <a:ext cx="5327650" cy="2444115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600200"/>
            <a:ext cx="5601970" cy="24123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2290" y="4194810"/>
            <a:ext cx="6739890" cy="24206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REFERENCE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r>
              <a:rPr lang="en-US" altLang="en-US"/>
              <a:t>[1] S. Gallus, J. Staněk, and P. Klaban, "Security Evaluation of Password Managers: A Comparative Analysis," Journal of Cybersecurity and Privacy, vol. 5, no. 1, pp. 45–62, 2025.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[2] M. Scarlata, S. Torrisi, K. Backendal, and K. G. Paterson, "Zero Knowledge (About) Encryption: A Comparative Security Analysis of Three Cloud-based Password Managers," in Proceedings of the IEEE Symposium on Security and Privacy (SP), San Francisco, CA, USA, 2026, pp. 1120–1135.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[3] S. Amft et al., "‘We’ve Disabled MFA for You’: An Evaluation of the Security and Usability of Multi-Factor Authentication Recovery Deployments," in Proceedings of the 2023 ACM SIGSAC Conference on Computer and Communications Security (CCS '23), Copenhagen, Denmark, 2023, pp. 24–38. doi: 10.1145/3576915.3623180.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[4] National Institute of Standards and Technology (NIST), "Digital Identity Guidelines," NIST Special Publication 800-63B: Authentication and Lifecycle Management, Gaithersburg, MD, USA, 2020.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[5] OWASP Foundation, "Multifactor Authentication Cheat Sheet," OWASP Cheat Sheet Series, 2026. [Online]. Available: https://cheatsheetseries.owasp.org/cheatsheets/Multifactor_Authentication_Cheat_Sheet.html</a:t>
            </a:r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23795"/>
            <a:ext cx="10972800" cy="1836420"/>
          </a:xfrm>
        </p:spPr>
        <p:txBody>
          <a:bodyPr/>
          <a:lstStyle/>
          <a:p>
            <a:r>
              <a:rPr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3*349"/>
  <p:tag name="TABLE_ENDDRAG_RECT" val="27*126*883*34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8006</Words>
  <Application>WPS Presentation</Application>
  <PresentationFormat>Widescreen</PresentationFormat>
  <Paragraphs>153</Paragraphs>
  <Slides>16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Calibri</vt:lpstr>
      <vt:lpstr>Aptos</vt:lpstr>
      <vt:lpstr>Segoe UI</vt:lpstr>
      <vt:lpstr>Google Sans Text</vt:lpstr>
      <vt:lpstr>Segoe Print</vt:lpstr>
      <vt:lpstr>Office Theme</vt:lpstr>
      <vt:lpstr>Secure Password Manager with Multi-Factor Authentication</vt:lpstr>
      <vt:lpstr>Abstract</vt:lpstr>
      <vt:lpstr>PowerPoint 演示文稿</vt:lpstr>
      <vt:lpstr>PowerPoint 演示文稿</vt:lpstr>
      <vt:lpstr>PowerPoint 演示文稿</vt:lpstr>
      <vt:lpstr>PowerPoint 演示文稿</vt:lpstr>
      <vt:lpstr>Module 1: User Registration</vt:lpstr>
      <vt:lpstr>Module 2: Password Encryption &amp; Storage</vt:lpstr>
      <vt:lpstr>Module 3: OTP / Multi-Factor Authentication (MFA)</vt:lpstr>
      <vt:lpstr>Module 4: Password Retrieval &amp; Audit Logs</vt:lpstr>
      <vt:lpstr>Tools &amp; Technologies Used</vt:lpstr>
      <vt:lpstr>PowerPoint 演示文稿</vt:lpstr>
      <vt:lpstr>PowerPoint 演示文稿</vt:lpstr>
      <vt:lpstr>PowerPoint 演示文稿</vt:lpstr>
      <vt:lpstr>PowerPoint 演示文稿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PARISHA PRAGNA</cp:lastModifiedBy>
  <cp:revision>41</cp:revision>
  <dcterms:created xsi:type="dcterms:W3CDTF">2013-01-27T09:14:00Z</dcterms:created>
  <dcterms:modified xsi:type="dcterms:W3CDTF">2026-08-31T18:02:39Z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2FBF3F9656CD460B910EC25729ABFCF4_13</vt:lpwstr>
  </property>
</Properties>
</file>